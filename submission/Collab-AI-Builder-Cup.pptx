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Collab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Atishay Srivastava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Retail &amp; Commerce — Intelligent Customer and Business Experiences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1480" y="1325880"/>
            <a:ext cx="8321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02020"/>
                </a:solidFill>
                <a:latin typeface="Arial"/>
              </a:rPr>
              <a:t>Collab gives every person and every shop a personal AI agent that can ask anyone's agent for anything — and never shares what its owner keeps private.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Arial"/>
              </a:rPr>
              <a:t>Scan a shop's QR (or describe what you need). Gemini shapes the request, your agent finds the shops or people whose public offerings fit, and talks to their agents over Google's A2A protocol: it asks what it needs, answers from what each owner chose to share, and negotiates inside both owners' private limits. The owners are asked only when it matters — a question only they can answer, a deal to confirm.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Arial"/>
              </a:rPr>
              <a:t>After both confirm, the shop's agent issues a signed cart, the buyer pays (AP2-shaped mandates; Google Pay in test mode), stock or a time slot is reserved, and the buyer gets a one-time pickup pass the shop scans at the counter — no queue. Anyone can verify the deal record with Collab's published key.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Arial"/>
              </a:rPr>
              <a:t>Built for Indian neighbourhood commerce: ₹, kirana shops with no catalogue, tutors and repair people with time slots, Hinglish requests, UPI-ready.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1480" y="20574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02020"/>
                </a:solidFill>
                <a:latin typeface="Arial"/>
              </a:rPr>
              <a:t>How is it different from existing ideas?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233172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Agentic commerce today (Google AI Mode + UCP, ChatGPT/Perplexity checkout, Amazon's shopping agent) is one-sided: the buyer's assistant buys from a catalogue at list price, at large online merchants.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Collab represents BOTH sides. A kirana shop or a guitar teacher gets an agent too, with no catalogue, and the two agents negotiate — each inside a private limit the other never sees.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It is open (A2A agent cards, versioned capabilities, signed records anyone can verify) and physical (reserve stock, pick up with a one-time pass).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3538727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02020"/>
                </a:solidFill>
                <a:latin typeface="Arial"/>
              </a:rPr>
              <a:t>How does it solve the problem?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3813048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Shops answer the same questions all day; buyers explain themselves to every seller. Collab's agents do both, from shared facts, and escalate only what matters.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A deterministic policy decides what each asker may see before Gemini sees anything; negotiation guards keep every move inside the limit. Benchmark: 100/100 privacy attacks blocked, 40/40 deals inside both hidden limits.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474573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02020"/>
                </a:solidFill>
                <a:latin typeface="Arial"/>
              </a:rPr>
              <a:t>USP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5020055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Two agents, two private limits, one verifiable deal — and the item in your hand.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1148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Personal A2A agent per person and shop (signed agent card, versioned capabilities)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Shop QR → direct conversation with the shop's agent, skip the queue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Gemini-shaped requests: clarifying questions, brief with no money in it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Directory search by meaning (Gemini embeddings + Firestore vector search)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Three context tiers: Private (never shared), Protected (rules), Public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Agents answer from shared facts; owners asked only when needed (push)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Negotiation inside private limits; standing mandates with autonomy &amp; expiry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Decisions with deadlines; silence never approves; stale approvals refused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Goals: budgets across deals, multi-provider plans, recurring, all-or-nothing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1772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Stock and time-slot ledger: atomic holds, expiry, out-of-stock refuses payment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Connectors: signed POS stock events, calendar busy times (scoped, revocable)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AP2-shaped checkout and payment mandates; Google Pay (TEST) — no money moves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One-time pickup pass; seller marks collected; delivered → accepted/disputed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Deal records anyone can verify offline with the published Ed25519 key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Fair-price check (Google Search grounding) and nearby shops (Maps grounding)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Scheduled agents keep watching a request; Model Armor screens other agents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Installable app (PWA): offline cache, push, on-device Gemini Nano for private notes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•  Market insights from anonymised deals; track record from accepted handovers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process-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19" y="1280160"/>
            <a:ext cx="722376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Live screens from the deployed app (phone and desktop), not mocks.</a:t>
            </a:r>
          </a:p>
        </p:txBody>
      </p:sp>
      <p:pic>
        <p:nvPicPr>
          <p:cNvPr id="105" name="Picture 104" descr="requests-mobi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54480"/>
            <a:ext cx="1562475" cy="3383279"/>
          </a:xfrm>
          <a:prstGeom prst="rect">
            <a:avLst/>
          </a:prstGeom>
        </p:spPr>
      </p:pic>
      <p:pic>
        <p:nvPicPr>
          <p:cNvPr id="106" name="Picture 105" descr="sidebar-mobil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1554480"/>
            <a:ext cx="1562475" cy="3383279"/>
          </a:xfrm>
          <a:prstGeom prst="rect">
            <a:avLst/>
          </a:prstGeom>
        </p:spPr>
      </p:pic>
      <p:pic>
        <p:nvPicPr>
          <p:cNvPr id="107" name="Picture 106" descr="chat-deal-deskto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1554480"/>
            <a:ext cx="4206240" cy="2697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721" y="1234440"/>
            <a:ext cx="6440556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11480" y="1280160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Gemini on Vertex AI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063240" y="1280160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3.6/3.8 Flash + Flash-Lite tier; JSON schemas; thinking levels; fallback; token/cost meter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1480" y="159562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Gemini embeddings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63240" y="1595628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gemini-embedding-001 (768-d) + Firestore vector index (pre-filtered)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" y="191109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Grounding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063240" y="1911095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Google Search (fair price, every number traced to a source) · Google Maps (nearby shops)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11480" y="2226563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Gemini Nano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63240" y="2226563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Firebase AI Logic, on-device only mode for private notes (Chrome desktop)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1480" y="2542031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A2A v1.0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063240" y="2542031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@a2a-js/sdk: signed agent cards, JSON-RPC, SSE streaming, push webhooks, anonymous tokens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1480" y="2857499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AP2 (shaped)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63240" y="2857499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seller-authorised checkout (JWS/JCS), SD-JWT Checkout + Payment Mandates, Google Pay TEST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11480" y="3172967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Cloud Run · Cloud Tasks · Scheduler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63240" y="3172967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server, durable agent turns, minute jobs (recovery, deadlines, watches)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1480" y="348843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Firestore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063240" y="3488435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profiles, facts, rules, conversations, ledgers, receipts, goals; TTL; security rules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11480" y="3803903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Firebase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63240" y="3803903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Hosting (PWA), Auth (Google/guest), App Check + replay protection, Cloud Messaging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1480" y="4119371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Model Armor · Secret Manager · Monitoring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063240" y="4119371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injection/sensitive-data screening; keys; uptime alert; structured logs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4434839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Node 24 · TypeScript (strict) · Express 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063240" y="4434839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202020"/>
                </a:solidFill>
                <a:latin typeface="Arial"/>
              </a:rPr>
              <a:t>104 unit/e2e tests; benchmark harness; Vertex AI evaluation autorater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Google Cloud free trial covers the hackathon; figures below are measured where possible (token meter on /health), else Google's published rates.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11480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Gemini (per completed deal, ~22 calls)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2336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≈ ₹1.4 ($0.016)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3504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measured: 1,402 calls ≈ $1.17 in the full benchmark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11480" y="2148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Search grounding (fair-price check)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2336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≈ ₹3 per check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504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Google's per-prompt rate; optional, owner-triggered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148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Maps grounding (nearby shops)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2336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≈ ₹1.2 per lookup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03504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$14 / 1,000 prompts; optional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1480" y="3063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Cloud Run (1 warm instance, 1 GiB)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2336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≈ ₹1,000 / month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350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0 when idle if min-instances is 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1480" y="3520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Firestore, Hosting, Auth, FCM, Scheduler, Tasks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2336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≈ ₹0–300 / month at pilot scale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03504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free tiers cover a neighbourhood pilot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11480" y="39776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202020"/>
                </a:solidFill>
                <a:latin typeface="Arial"/>
              </a:rPr>
              <a:t>Pilot of 50 shops × 500 deals / month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23360" y="39776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≈ ₹2,000 / month all-in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3504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0">
                <a:solidFill>
                  <a:srgbClr val="606060"/>
                </a:solidFill>
                <a:latin typeface="Arial"/>
              </a:rPr>
              <a:t>≈ ₹4 per deal; payments in test mode (no fees)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chat-deal-deskt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234440"/>
            <a:ext cx="2495438" cy="160020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411480" y="285292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606060"/>
                </a:solidFill>
                <a:latin typeface="Arial"/>
              </a:rPr>
              <a:t>Live conversation card: deal, payment, handover</a:t>
            </a:r>
          </a:p>
        </p:txBody>
      </p:sp>
      <p:pic>
        <p:nvPicPr>
          <p:cNvPr id="138" name="Picture 137" descr="requests-goals-deskto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234440"/>
            <a:ext cx="2500312" cy="160020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4617720" y="285292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606060"/>
                </a:solidFill>
                <a:latin typeface="Arial"/>
              </a:rPr>
              <a:t>Requests: goals with budgets, plans and next steps</a:t>
            </a:r>
          </a:p>
        </p:txBody>
      </p:sp>
      <p:pic>
        <p:nvPicPr>
          <p:cNvPr id="140" name="Picture 139" descr="context-stock-deskto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108960"/>
            <a:ext cx="2495438" cy="160020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411480" y="472744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606060"/>
                </a:solidFill>
                <a:latin typeface="Arial"/>
              </a:rPr>
              <a:t>Context: tiers, stock and POS connector on an offering</a:t>
            </a:r>
          </a:p>
        </p:txBody>
      </p:sp>
      <p:pic>
        <p:nvPicPr>
          <p:cNvPr id="142" name="Picture 141" descr="people-qr-deskto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108960"/>
            <a:ext cx="2495438" cy="16002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4617720" y="472744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606060"/>
                </a:solidFill>
                <a:latin typeface="Arial"/>
              </a:rPr>
              <a:t>People: the shop's QR and A2A address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Full benchmark on real Gemini (Vertex AI) with Model Armor on — docs/bench in the repo; synthetic corpus, limitations recorded.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16459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Privacy attacks on a shop's agent (incl. Hinglish, encodings, injection)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9224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100 / 100 blocked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1480" y="194767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Paraphrased leaks (Vertex AI Gen AI evaluation autorater, 129 replies)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92240" y="1947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1480" y="224942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Legitimate questions answered from the listing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92240" y="22494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29 / 30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1480" y="255117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Negotiation: feasible pairs agreed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492240" y="2551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40 / 40 · all inside both hidden limits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11480" y="285292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Impossible pairs (budget below floor): no deal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92240" y="2852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10 / 10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11480" y="315468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Intent routing (remember / ask / find / offer / refine / chat)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9224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120 / 120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11480" y="345643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50 conversations started at once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92240" y="3456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50 / 50 · p50 5.8 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1480" y="375818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Latency: understand a message · one A2A agent turn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92240" y="3758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1.0 s · 5.0 s (p50)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11480" y="405993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Web app load (returning visit · first visit)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492240" y="4059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0.6 s · 1.5 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1480" y="436168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Cost of the whole run (1,402 Gemini calls)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492240" y="4361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≈ $1.17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11480" y="466344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Arial"/>
              </a:rPr>
              <a:t>Automated tests (strict TypeScript, unit + end-to-end over real A2A)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49224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0B6A3E"/>
                </a:solidFill>
                <a:latin typeface="Arial"/>
              </a:rPr>
              <a:t>104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What is deliberately not in the prototype: real payments (Google Pay stays in TEST mode), organisations with staff roles, a UPI settlement connector.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11480" y="2011680"/>
            <a:ext cx="8321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•  Organisations with staff roles (owner, counter staff) and shared shop agents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•  Real UPI settlement through a payment-provider connector (sandbox first); refunds and disputes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•  ONDC / Beckn adapter so Collab agents act as buyer and seller apps on India's open network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•  Hindi and Kannada interface and voice requests (Gemini Live); accessibility pass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•  Pilot with 5–10 shops in Indiranagar: pickup flow, POS partner integration, repeat orders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•  Trade-off negotiation beyond price (pickup window, variant), and group buying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https://github.com/kirav5/collab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— to be added —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 https://collab-55.web.app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11480" y="2286000"/>
            <a:ext cx="8321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Try it: open the product link on a phone, start as a guest, scan a shop's QR from People, or type “I need a 500 ml steel bottle”. Two test accounts can be opened in one browser with ?as=&lt;name&gt;.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Public endpoints: /public/capabilities (versioned capabilities), /public/keys (verification keys), /a2a/&lt;handle&gt;/.well-known/agent-card.json (signed agent cards), /verify.html (offline receipt check).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Arial"/>
              </a:rPr>
              <a:t>Docs in the repo: PRODUCT-VISION, TECHNICAL-PRD, CURRENT-STATE, HANDOFF, REPORT-2026-10-15, bench/REPORT.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